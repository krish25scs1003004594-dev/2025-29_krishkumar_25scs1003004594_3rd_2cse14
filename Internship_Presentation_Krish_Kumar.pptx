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263680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389120"/>
            <a:ext cx="4754880" cy="4754880"/>
          </a:xfrm>
          <a:prstGeom prst="ellipse">
            <a:avLst/>
          </a:prstGeom>
          <a:solidFill>
            <a:srgbClr val="182055"/>
          </a:solidFill>
          <a:ln/>
        </p:spPr>
      </p:sp>
      <p:pic>
        <p:nvPicPr>
          <p:cNvPr id="5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96012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Internship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Language Translation Tool, FAQ Chatbot &amp; Real-Time Object Detection System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3108960" cy="18288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45994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Kumar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49834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25SCS1003004594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385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SECTION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53675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2CSE14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769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0" y="575157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CodeAlpha &amp; the AI Internship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is a software development company offering remote, project-based internships across Artificial Intelligence, Web Development, and Data Science. The AI internship gives students hands-on experience in AI model development, machine learning workflows, and real-time data processing, with mentorship and structured submission guidelines.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178808"/>
            <a:ext cx="146304" cy="146304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4087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562856"/>
            <a:ext cx="146304" cy="146304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4714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946904"/>
            <a:ext cx="146304" cy="146304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85546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Recommendation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5330952"/>
            <a:ext cx="146304" cy="146304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2395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Placement Support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60920" y="173736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19019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D7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Translation Tool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60920" y="320040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33649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D7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584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for FAQs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60920" y="466344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0" y="48280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D7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&amp; Tracking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AI Internship  |  Krish Kumar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4.3 - 4.5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43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translation is slow, repetitive FAQs consume support time, and continuous visual monitoring is impractical to do by hand — creating a need for lightweight, automated AI tools for each.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480560" cy="13716"/>
          </a:xfrm>
          <a:prstGeom prst="rect">
            <a:avLst/>
          </a:prstGeom>
          <a:solidFill>
            <a:srgbClr val="4452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89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applications built strictly per the CodeAlpha AI Task List — text-based translation, a fixed-FAQ chatbot, and real-time detection on webcam/video input.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240280"/>
            <a:ext cx="384048" cy="384048"/>
          </a:xfrm>
          <a:prstGeom prst="ellipse">
            <a:avLst/>
          </a:prstGeom>
          <a:solidFill>
            <a:srgbClr val="F4F6FC"/>
          </a:solidFill>
          <a:ln w="15875">
            <a:solidFill>
              <a:srgbClr val="8B1E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2677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2128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user-friendly translation interface using a translation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200400"/>
            <a:ext cx="384048" cy="384048"/>
          </a:xfrm>
          <a:prstGeom prst="ellipse">
            <a:avLst/>
          </a:prstGeom>
          <a:solidFill>
            <a:srgbClr val="F4F6FC"/>
          </a:solidFill>
          <a:ln w="15875">
            <a:solidFill>
              <a:srgbClr val="8B1E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322783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1729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FAQ chatbot using NLP-based query matching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4160520"/>
            <a:ext cx="384048" cy="384048"/>
          </a:xfrm>
          <a:prstGeom prst="ellipse">
            <a:avLst/>
          </a:prstGeom>
          <a:solidFill>
            <a:srgbClr val="F4F6FC"/>
          </a:solidFill>
          <a:ln w="15875">
            <a:solidFill>
              <a:srgbClr val="8B1E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4187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1330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object detection &amp; tracking with a pre-trained model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5120640"/>
            <a:ext cx="384048" cy="384048"/>
          </a:xfrm>
          <a:prstGeom prst="ellipse">
            <a:avLst/>
          </a:prstGeom>
          <a:solidFill>
            <a:srgbClr val="F4F6FC"/>
          </a:solidFill>
          <a:ln w="15875">
            <a:solidFill>
              <a:srgbClr val="8B1E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51480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50932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NLP libraries, APIs &amp; CV models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AI Internship  |  Krish Kumar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Translation Tool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+ languages)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8B1E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/ Microsoft)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782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8B1E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Text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6850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566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UI for entering text and selecting source &amp; target languages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1422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023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translation API (Google Translate / Microsoft Translator) to process input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5994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480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text to the API and retrieves the translated response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0566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translated text clearly on screen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5138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copy-to-clipboard and text-to-speech for usability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AI Internship  |  Krish Kumar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for FAQs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8B1E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(NLTK / SpaCy)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8B1E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Matching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(TF-IDF / Cosine)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782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Best-Match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6850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566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FAQs (questions and answers) for a chosen topic/product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1422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023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text using NLP libraries — tokenization and cleaning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5994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480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user queries to the closest FAQ using cosine similarity / intent matching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0566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best-matching answer as the chatbot's response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5138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simple chat UI for interactive user conversations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AI Internship  |  Krish Kumar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 &amp; Tracking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Webcam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8B1E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782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8B1E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/ Deep SORT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IDs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6850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566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real-time video input from a webcam or video file using OpenCV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1422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023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pre-trained model (YOLO / Faster R-CNN) for object detection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5994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480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each frame to detect objects and draw bounding boxes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0566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object tracking (SORT / Deep SORT) to maintain identity across frames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5138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output with labels and tracking IDs in real time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AI Internship  |  Krish Kumar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365760" cy="36576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39112"/>
            <a:ext cx="365760" cy="36576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API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Translator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039112"/>
            <a:ext cx="365760" cy="36576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NLTK, SpaCy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(TF-IDF)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50792"/>
            <a:ext cx="365760" cy="36576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050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YOLO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050792"/>
            <a:ext cx="365760" cy="36576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050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/ Deep SORT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0" y="37947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4050792"/>
            <a:ext cx="365760" cy="36576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050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AI Internship  |  Krish Kumar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848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84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task instructions provided by CodeAlpha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84832"/>
            <a:ext cx="384048" cy="384048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84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APIs, libraries &amp; pre-trained models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0848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084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minimal working version of core functionality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33672"/>
            <a:ext cx="384048" cy="384048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33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Testing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sample text, FAQs &amp; video inputs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2336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233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UI, accuracy &amp; error handling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0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4233672"/>
            <a:ext cx="384048" cy="384048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233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Submission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(CodeAlpha_ProjectName) + demo video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AI Internship  |  Krish Kumar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 Tool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translates user text between selected source &amp; target languages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2148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 Chatbot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8803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the most relevant answer for varied, user-phrased questions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49640" y="2148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8803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common objects in real time and maintains stable tracking IDs across frames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74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three projects demonstrate practical proficiency in applying NLP and computer vision techniques to build functional, real-world AI tools.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AI Internship  |  Krish Kumar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26368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754880" cy="4754880"/>
          </a:xfrm>
          <a:prstGeom prst="ellipse">
            <a:avLst/>
          </a:prstGeom>
          <a:solidFill>
            <a:srgbClr val="1820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Kumar  |  25SCS1003004594  |  2CSE14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•  Internship at CodeAlpha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2026-08-30T18:00:17Z</dcterms:created>
  <dcterms:modified xsi:type="dcterms:W3CDTF">2026-08-30T18:00:17Z</dcterms:modified>
</cp:coreProperties>
</file>